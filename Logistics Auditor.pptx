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a73c36ab8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a73c36ab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73c36ab8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73c36ab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a73c36ab8_0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a73c36ab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a73c36ab8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a73c36ab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a73c36ab8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a73c36ab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a73c36ab8_0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a73c36ab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Mile Logistics Auditor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Performance &amp; Customer Satisfaction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508325" y="1850300"/>
            <a:ext cx="2478600" cy="28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• Increase in negative customer reviews 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• Suspected issue: inaccurate delivery estimates 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• Key question: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97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1600"/>
              </a:spcAft>
              <a:buSzPts val="1600"/>
              <a:buChar char="●"/>
            </a:pPr>
            <a:r>
              <a:rPr lang="en" sz="1600"/>
              <a:t> → Are delays a nationwide issue or region-specific?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Objectives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15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</a:t>
            </a:r>
            <a:r>
              <a:rPr b="1" lang="en" sz="1600"/>
              <a:t>Audit delivery performance by: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• Measuring delivery delays  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• Identifying problematic regions  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• Linking delays to customer reviews  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10" name="Google Shape;110;p15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Objectives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15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• Recommending operational improvements </a:t>
            </a:r>
            <a:endParaRPr sz="1600"/>
          </a:p>
        </p:txBody>
      </p:sp>
      <p:sp>
        <p:nvSpPr>
          <p:cNvPr id="113" name="Google Shape;113;p15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Methodology</a:t>
            </a:r>
            <a:endParaRPr/>
          </a:p>
        </p:txBody>
      </p:sp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APPROACH </a:t>
            </a:r>
            <a:endParaRPr/>
          </a:p>
        </p:txBody>
      </p:sp>
      <p:sp>
        <p:nvSpPr>
          <p:cNvPr id="120" name="Google Shape;120;p16"/>
          <p:cNvSpPr txBox="1"/>
          <p:nvPr>
            <p:ph idx="2" type="body"/>
          </p:nvPr>
        </p:nvSpPr>
        <p:spPr>
          <a:xfrm>
            <a:off x="4939500" y="282775"/>
            <a:ext cx="3837000" cy="4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5 datasets: Orders, Reviews, Customers, Items, Products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Built a unified dataset using key joins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I ensured that there is no duplication (1 order = 1 row)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Key Feature: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Delivery Delay (Days_Difference)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PERFORMANCE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Delay Classification</a:t>
            </a:r>
            <a:endParaRPr/>
          </a:p>
        </p:txBody>
      </p:sp>
      <p:sp>
        <p:nvSpPr>
          <p:cNvPr id="131" name="Google Shape;131;p18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Delay Classification</a:t>
            </a:r>
            <a:endParaRPr/>
          </a:p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4939500" y="282775"/>
            <a:ext cx="3837000" cy="4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On Time → ≤ 0 days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Late → 1–5 days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Super Late → &gt; 5 days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GEOGRAPHIC INSIGHT </a:t>
            </a:r>
            <a:endParaRPr/>
          </a:p>
        </p:txBody>
      </p:sp>
      <p:sp>
        <p:nvSpPr>
          <p:cNvPr id="138" name="Google Shape;138;p1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Performance Analysis</a:t>
            </a:r>
            <a:endParaRPr/>
          </a:p>
        </p:txBody>
      </p:sp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4939500" y="282775"/>
            <a:ext cx="3837000" cy="4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Late deliveries are concentrated in specific states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Not a nationwide issue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Indicates regional logistics inefficiencies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This tells us the problem is operational, not systemic.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 </a:t>
            </a:r>
            <a:endParaRPr/>
          </a:p>
        </p:txBody>
      </p:sp>
      <p:sp>
        <p:nvSpPr>
          <p:cNvPr id="145" name="Google Shape;145;p2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on Customer Satisfaction</a:t>
            </a:r>
            <a:endParaRPr/>
          </a:p>
        </p:txBody>
      </p:sp>
      <p:sp>
        <p:nvSpPr>
          <p:cNvPr id="146" name="Google Shape;146;p20"/>
          <p:cNvSpPr txBox="1"/>
          <p:nvPr>
            <p:ph idx="2" type="body"/>
          </p:nvPr>
        </p:nvSpPr>
        <p:spPr>
          <a:xfrm>
            <a:off x="4939500" y="282775"/>
            <a:ext cx="3837000" cy="4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Late deliveries → lower review scores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Strong negative correlation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Faster deliveries → higher satisfaction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Delivery performance is directly driving customer dissatisfaction.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ANALYSIS </a:t>
            </a:r>
            <a:endParaRPr/>
          </a:p>
        </p:txBody>
      </p:sp>
      <p:sp>
        <p:nvSpPr>
          <p:cNvPr id="152" name="Google Shape;152;p2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Category-Level Performance</a:t>
            </a:r>
            <a:endParaRPr/>
          </a:p>
        </p:txBody>
      </p:sp>
      <p:sp>
        <p:nvSpPr>
          <p:cNvPr id="153" name="Google Shape;153;p21"/>
          <p:cNvSpPr txBox="1"/>
          <p:nvPr>
            <p:ph idx="2" type="body"/>
          </p:nvPr>
        </p:nvSpPr>
        <p:spPr>
          <a:xfrm>
            <a:off x="4939500" y="282775"/>
            <a:ext cx="3837000" cy="4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Some product categories experience higher delays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Indicates differences in handling/logistics complexity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RECOMMENDATIONS </a:t>
            </a:r>
            <a:endParaRPr/>
          </a:p>
        </p:txBody>
      </p:sp>
      <p:sp>
        <p:nvSpPr>
          <p:cNvPr id="159" name="Google Shape;159;p22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60" name="Google Shape;160;p22"/>
          <p:cNvSpPr txBox="1"/>
          <p:nvPr>
            <p:ph idx="2" type="body"/>
          </p:nvPr>
        </p:nvSpPr>
        <p:spPr>
          <a:xfrm>
            <a:off x="4939500" y="282775"/>
            <a:ext cx="3837000" cy="4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Focus on high-delay regions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→ Improve local logistics infrastructure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2. Adjust delivery estimates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→ Reduce over-promising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3. Optimize high-risk categories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→ Improve handling &amp; distribution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4. Monitor delay trends continuously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66" name="Google Shape;166;p23"/>
          <p:cNvSpPr txBox="1"/>
          <p:nvPr>
            <p:ph idx="2" type="body"/>
          </p:nvPr>
        </p:nvSpPr>
        <p:spPr>
          <a:xfrm>
            <a:off x="4939500" y="282775"/>
            <a:ext cx="3837000" cy="4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Delivery delays are region-specific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Strong link between delays and poor reviews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Fixing logistics inefficiencies will improve customer satisfaction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